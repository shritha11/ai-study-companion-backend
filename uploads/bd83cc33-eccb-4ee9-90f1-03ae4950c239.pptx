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Atelier Forma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Dated Approach to Luxury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Vision: A New Standard of Elegance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$178 Billion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Bespoke Architectural Solutions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 in Motion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Visionary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 in the Future of Luxury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Forma</dc:title>
  <dc:subject>Atelier Forma</dc:subject>
  <dc:creator>AgentIQ</dc:creator>
  <cp:lastModifiedBy>AgentIQ</cp:lastModifiedBy>
  <cp:revision>1</cp:revision>
  <dcterms:created xsi:type="dcterms:W3CDTF">2026-05-27T10:23:53Z</dcterms:created>
  <dcterms:modified xsi:type="dcterms:W3CDTF">2026-05-27T10:23:53Z</dcterms:modified>
</cp:coreProperties>
</file>